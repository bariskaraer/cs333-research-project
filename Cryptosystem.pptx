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roxima Nova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oximaNova-bold.fntdata"/><Relationship Id="rId16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boldItalic.fntdata"/><Relationship Id="rId6" Type="http://schemas.openxmlformats.org/officeDocument/2006/relationships/slide" Target="slides/slide1.xml"/><Relationship Id="rId18" Type="http://schemas.openxmlformats.org/officeDocument/2006/relationships/font" Target="fonts/ProximaNov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88363bea67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88363bea67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88363bea6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88363bea6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88363bea6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88363bea6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88363bea6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88363bea6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88363bea6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88363bea6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88363bea6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88363bea6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88363bea67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88363bea6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88363bea67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88363bea67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88363bea67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88363bea67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n.wikipedia.org/wiki/Cryptographic_key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New Directions in Cryptography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tr" sz="1100"/>
              <a:t>By WHITFIELD DIFFIE AND MARTIN E. HELLMAN, </a:t>
            </a:r>
            <a:endParaRPr i="1" sz="11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Alper Sayan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Ertan Ayanlar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Barış Karaer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Table of Contents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tr"/>
              <a:t>Introduction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tr"/>
              <a:t>Conventional Cryptography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tr"/>
              <a:t>Public Key Cryptography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tr"/>
              <a:t>One Way Authentication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tr"/>
              <a:t>Trap Door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tr"/>
              <a:t>Computational Complexity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tr"/>
              <a:t>Conclusion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3000"/>
              <a:t>Introduction</a:t>
            </a:r>
            <a:endParaRPr sz="3000"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❏"/>
            </a:pPr>
            <a:r>
              <a:rPr lang="tr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best known cryptographic problem is that of privacy: preventing the unauthorized extraction of information from communications over an insecure channel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2500">
                <a:solidFill>
                  <a:srgbClr val="775F55"/>
                </a:solidFill>
                <a:latin typeface="Arial"/>
                <a:ea typeface="Arial"/>
                <a:cs typeface="Arial"/>
                <a:sym typeface="Arial"/>
              </a:rPr>
              <a:t>Conventional Cryptography</a:t>
            </a:r>
            <a:endParaRPr sz="2500"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9025" y="1576375"/>
            <a:ext cx="3643275" cy="19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t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Basic problem: Secure communication over an insecure channel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❏"/>
            </a:pPr>
            <a:r>
              <a:rPr lang="tr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Symmetric-key algorithms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❏"/>
            </a:pPr>
            <a:r>
              <a:rPr lang="tr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Computationally secure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❏"/>
            </a:pPr>
            <a:r>
              <a:rPr lang="tr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Computationally infeasible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❏"/>
            </a:pPr>
            <a:r>
              <a:rPr lang="tr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Threats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❏"/>
            </a:pPr>
            <a:r>
              <a:rPr lang="tr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Ciphertext Only Attack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❏"/>
            </a:pPr>
            <a:r>
              <a:rPr lang="tr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Known Plaintext Attack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❏"/>
            </a:pPr>
            <a:r>
              <a:rPr lang="tr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Chosen Plaintext Attack (IFF attack)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90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Public Key Cryptography (Asymmetric Cryptography)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663350"/>
            <a:ext cx="4011600" cy="41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❏"/>
            </a:pPr>
            <a:r>
              <a:rPr lang="tr" sz="13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tr" sz="13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ses pairs of </a:t>
            </a:r>
            <a:r>
              <a:rPr lang="tr" sz="1300">
                <a:solidFill>
                  <a:srgbClr val="0B0080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keys</a:t>
            </a:r>
            <a:r>
              <a:rPr lang="tr" sz="13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i="1" lang="tr" sz="13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public </a:t>
            </a:r>
            <a:r>
              <a:rPr lang="tr" sz="13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i="1" lang="tr" sz="13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private keys</a:t>
            </a:r>
            <a:r>
              <a:rPr lang="tr" sz="13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 </a:t>
            </a:r>
            <a:endParaRPr sz="1300">
              <a:solidFill>
                <a:srgbClr val="2021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❏"/>
            </a:pPr>
            <a:r>
              <a:rPr lang="tr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 M be a message and let C be the encrypted message (ciphertext).  A public key cryptosystem has a separate method E() for encrypting and D() decrypting</a:t>
            </a:r>
            <a:r>
              <a:rPr i="1" lang="tr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i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❏"/>
            </a:pPr>
            <a:r>
              <a:rPr lang="tr" sz="13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Encrypts messages using the receiver's </a:t>
            </a:r>
            <a:r>
              <a:rPr i="1" lang="tr" sz="13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public key (E)</a:t>
            </a:r>
            <a:r>
              <a:rPr lang="tr" sz="13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that can only be decrypted with the receiver's </a:t>
            </a:r>
            <a:r>
              <a:rPr i="1" lang="tr" sz="13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private key (D)</a:t>
            </a:r>
            <a:r>
              <a:rPr lang="tr" sz="13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i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❏"/>
            </a:pPr>
            <a:r>
              <a:rPr lang="tr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D(E(M)) = M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❏"/>
            </a:pPr>
            <a:r>
              <a:rPr lang="tr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Both E() and D() are easy to compute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❏"/>
            </a:pPr>
            <a:r>
              <a:rPr lang="tr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Publicly revealing E() does not make it easy to determine D()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❏"/>
            </a:pPr>
            <a:r>
              <a:rPr lang="tr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E(D(M)) = M - needed for signatures</a:t>
            </a:r>
            <a:endParaRPr sz="1300">
              <a:solidFill>
                <a:srgbClr val="9A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❏"/>
            </a:pPr>
            <a:r>
              <a:rPr lang="tr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collection of E()’s are made publicly available but the D()’s remain secret.   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❏"/>
            </a:pPr>
            <a:r>
              <a:rPr lang="tr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Called a one-way trap-door function (hard to invert, but easy if you have the secret information)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3175" y="1478249"/>
            <a:ext cx="4680825" cy="234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One Way Authentication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❏"/>
            </a:pPr>
            <a:r>
              <a:rPr lang="tr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must be easy for anyone to recognize the signature as authentic, but impossible for anyone other than the legitimate signer to produce it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❏"/>
            </a:pPr>
            <a:r>
              <a:rPr lang="tr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One-way function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❏"/>
            </a:pPr>
            <a:r>
              <a:rPr lang="tr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key cryptosystem can be used to produce a true one-way authentication system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tr"/>
              <a:t>Public key cryptosystem is used to produce a true one way authentication system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0725" y="3302038"/>
            <a:ext cx="4962525" cy="126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Trap Door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tr"/>
              <a:t>Without information about deciphering key, by knowing only the enciphering key and the message A it is computationally infeasible to find message M.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❏"/>
            </a:pPr>
            <a:r>
              <a:rPr lang="tr"/>
              <a:t>A trap door cryptosystem can be used to produce a public key cryptosystem.</a:t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7" y="1051150"/>
            <a:ext cx="4301376" cy="30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Computational Complexity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❏"/>
            </a:pPr>
            <a:r>
              <a:rPr lang="tr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cryptanalytic difficulty of a system whose encryption and decryption operations can be done in P</a:t>
            </a:r>
            <a:r>
              <a:rPr i="1" lang="tr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r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 can not be greater than NP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❏"/>
            </a:pPr>
            <a:r>
              <a:rPr lang="t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Focuses on classifying computational problems according to their inherent difficulty and relating these classes to each other.</a:t>
            </a:r>
            <a:r>
              <a:rPr lang="t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2825" y="1468400"/>
            <a:ext cx="3069475" cy="220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Conclusion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70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Char char="❏"/>
            </a:pPr>
            <a:r>
              <a:rPr lang="tr" sz="2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This paper basically introduces a new away to encrypt/decrypt message</a:t>
            </a:r>
            <a:endParaRPr sz="20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Char char="❏"/>
            </a:pPr>
            <a:r>
              <a:rPr lang="tr" sz="2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Previous way a one key is used both for encryption and decryption.</a:t>
            </a:r>
            <a:endParaRPr sz="20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Char char="❏"/>
            </a:pPr>
            <a:r>
              <a:rPr lang="tr" sz="2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New way a used different key for encryption and decryption</a:t>
            </a:r>
            <a:endParaRPr sz="20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Char char="❏"/>
            </a:pPr>
            <a:r>
              <a:rPr lang="tr" sz="2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There are two things suggested:</a:t>
            </a:r>
            <a:endParaRPr sz="20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Char char="❏"/>
            </a:pPr>
            <a:r>
              <a:rPr lang="tr" sz="2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Public key system</a:t>
            </a:r>
            <a:endParaRPr sz="20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Arial"/>
              <a:buChar char="❏"/>
            </a:pPr>
            <a:r>
              <a:rPr lang="tr" sz="2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One-way authentication system based on public key </a:t>
            </a:r>
            <a:endParaRPr sz="20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Thank you for listening.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